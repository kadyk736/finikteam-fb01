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Заполните поля в квадратных скобках. Рекомендация: 7 минут доклада вместе с демонстрацией.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Назовите конкретного пользователя и одно действие, которое улучшаете.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Непроверенные числа обозначьте как гипотезу. Укажите, кто подтвердит исходные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один законченный сценарий. Не заявляйте готовность к эксплуатации без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Укажите происхождение данных и разрешённый способ использования. Ключи и личные данные в слайды не включать.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Продемонстрируйте путь пользователя. Тестовый пример должен воспроизводиться в сданной версии.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Приложите таблицу тестов и способ воспроизведения. Разделяйте результат измерения и ожидаемый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умножайте экономию времени на стоимость без указания допущений и возможности использовать высвобождённое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Укажите готовность участников продолжать внедрение. Доступ к GitLab предоставляется заранее перед презентацией.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Зафиксируйте ресурсы, срок и условия остановки. Пилот запускается по отдельному решению владельца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3FA129-39DA-4A24-B5F8-F749F48E9BA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ИИ-помощник нового клиента Faberlic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10FA9F-C173-46A7-B218-C4449E0E2D25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AD9225-EFBD-4AE7-A664-63E2B01A1C8C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68DAF4-7509-4912-9534-04FF3EB9FD1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67CB4F-402D-48A4-8163-66EB0D803EB4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85A98C-BD32-4C63-9606-BEA5BA67446D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41C6A7-2A36-4497-9339-1258F6CBAA0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Finik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FB01 «ИИ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помощник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нового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клиента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B5C803-0548-4D2E-954D-D5A7F075474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07B553-DE94-48AB-9575-B40E4136B7A1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ИП Самойленко А. С. (структура Faberlic) — держатель кейса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A4D37F-0327-46CF-99CB-B75745AE443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61F67-4D7B-452C-9DEB-934A87DEB5B5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23–25 сентября 2026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09A047E-3A03-4F2C-9CFB-B5EE1D997FC0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Кейс-чемпионат «ИИ-агенты для бизнеса» · диалог → структурированная карточка → следующий шаг</a:t>
            </a:r>
          </a:p>
        </p:txBody>
      </p:sp>
    </p:spTree>
    <p:extLst>
      <p:ext uri="{BB962C8B-B14F-4D97-AF65-F5344CB8AC3E}">
        <p14:creationId xmlns:p14="http://schemas.microsoft.com/office/powerpoint/2010/main" val="38285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7A68E6-2110-4916-AB73-A6390141DA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Кейс и пользователь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7D4908-23BA-4788-970C-36A685F3E5D1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72A87E-450C-4F00-B0BB-8767EC90AD6A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B0FAF0-DE4A-41CA-8509-0AF617A194F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6EABB-0B67-4B7C-96CF-4B1CE7A3C69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D1F91B-A9DC-412B-89FE-84EE2B332EE6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F13A07-9065-4B7A-82A8-C189E036267E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Владелец процесса: наставник новой команды — первичный контакт с клиентом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A05A9-CEAE-4050-8FCE-8482FAF16F4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EBA653-5751-47A0-B90A-0D68B194093E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Пользователь: новый клиент после регистрации; наставник получает карточку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0734A0-8F2F-49C5-BD67-80B65AFEBFBE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E2CF21-7730-43DA-88AA-8186E426709A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Ситуация: после регистрации цель и интересы теряются в ручной переписке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04822E-30B3-46F6-9798-7700790F0BDA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614E9A-C024-4757-8F56-EC1D5572B327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Результат: готовая карточка с цитатой-доказательством и следующим шагом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721DEC-A577-41EA-BEA0-D0E020C6CC5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Автоматизируем один начальный этап — первичный диалог, а не всю воронку продаж.</a:t>
            </a:r>
          </a:p>
        </p:txBody>
      </p:sp>
    </p:spTree>
    <p:extLst>
      <p:ext uri="{BB962C8B-B14F-4D97-AF65-F5344CB8AC3E}">
        <p14:creationId xmlns:p14="http://schemas.microsoft.com/office/powerpoint/2010/main" val="13530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6FB4003-5216-4D76-9246-B4FDACCA9DA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Проблема и исходный уровень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0E5654-FC43-49CD-B1D3-B654F073835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6A0E88-DD80-4C92-A19A-D749255DBA12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Сегодня: наставник вручную читает переписку, цель определяет «на глаз»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41F484-178D-45CE-9CC3-DCD5C59A01E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81E381-D4E3-4E07-B7C3-D94B851E44B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Потери: время на опрос, потеря контекста, дубли при повторной регистрации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53084B-896C-42F3-BFCE-EE2E3312F71B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1D24E3-C41F-44EB-A640-02C98936CA68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Основание: учебные данные кейса (10 событий, диалоги, 12 проверок); замера времени нет — гипотеза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4CF12-E0A4-4457-86E5-814A34B395C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ECBE19-36C0-4F72-B8D8-4096F9E5365C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Цель: 12/12 проверок tests.json, сегментация 10/10, ≥90% корректных полей карточки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B2CFFB-64C9-4281-B86D-45A0D238ECD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Числа эффекта — гипотеза; исходные данные подтверждает держатель процесса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585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07F404-7B66-406A-95AE-C4CDDB63CD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AB0A61-CDC3-407C-9071-108F460B04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7FCE93-FE2A-434A-BF43-804718CA495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2C45E1-0527-4D0D-B55C-676A24646624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2790E-08D6-4913-BB25-A29C1FA4A1A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8AD186-AED9-4DEC-BAB4-1C1AB01E2A45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4FDED0-9696-4BD8-AE7C-B5E1AF8E91B6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Сценарий: событие регистрации → FSM-диалог → LLM-извлечение → карточка + шаг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FA9C5B-EC1C-41CA-B23A-7D7144690F1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717D97-08A4-4014-95B6-986E9C733300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прототипе: бот aiogram 3, SQLite, промпт-извлечение, правила KB01–KB08, роль наставника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521A9D-96EA-4DCC-8C45-A6C801051938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22D8C5-1F66-4304-989D-8D603C5573EB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не реализовано: интеграция с сайтом (заглушка seed_db.py), мессенджер MAX, платежи и рассылки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4A94DF-6B10-4F5F-96C2-5E7545CBD8A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человеком: сообщения наставнику — только черновики, автоотправка запрещена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FFFBAF-75F3-48EC-A579-6FB378119BEF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Показываем один законченный сценарий: от события регистрации до принятой карточки.</a:t>
            </a:r>
          </a:p>
        </p:txBody>
      </p:sp>
    </p:spTree>
    <p:extLst>
      <p:ext uri="{BB962C8B-B14F-4D97-AF65-F5344CB8AC3E}">
        <p14:creationId xmlns:p14="http://schemas.microsoft.com/office/powerpoint/2010/main" val="17090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42A34CC-A3D0-46DA-92D1-0561E08A480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 и технический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8409C-59FC-4433-B24F-997F5AA02C7C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10167-6C78-49BC-B131-038FDABE984B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C26C12-D7BC-4832-9104-607EB769D341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FCB59-63E2-48D8-93B9-07B007F2CC8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5D3B41-2CA8-44E8-AA91-B7AC7308ABF9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C7A6E5-2E93-45BA-8210-F135FB6BDE6C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Данные: учебный (вымышленный) набор кейса: события, диалоги, база знаний, tests.json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3BD36-1D1C-4F1A-B86B-6A8EAAEAA27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B373DB5-DE63-4C19-A28C-84BF0E2CAA3D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Подход: LLM извлекает структуру из свободного текста, правила сегментации детерминированы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714631-353D-46B9-A8E5-37A30B0850C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DEAFF7-B182-4547-8FCE-101BE46ADA12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Среда: Python 3.11, aiogram 3, SQLite; OpenRouter → Mistral AI → локальная Ollama; Docker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A8FD0D-7901-46E1-AF5A-FE5F2414AF95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842A003-EB83-4E73-BDB6-CFDD04A0D6FD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Ограничения: внешние LLM могут быть недоступны (резерв — Ollama); вывод только по явным намерениям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ED9D203-33EF-4FD2-9609-8133684BDFB2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Все данные учебные и вымышленные; ключи и токены — только в .env, вне репозитория.</a:t>
            </a:r>
          </a:p>
        </p:txBody>
      </p:sp>
    </p:spTree>
    <p:extLst>
      <p:ext uri="{BB962C8B-B14F-4D97-AF65-F5344CB8AC3E}">
        <p14:creationId xmlns:p14="http://schemas.microsoft.com/office/powerpoint/2010/main" val="197318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7DE71D-C8F7-441E-A974-74471E7E7F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5892-07A3-4C22-BF00-189E9711A62B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0D6738-C1AE-43EF-B09B-BF435ED2D59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B487BE-3C5F-4FCE-ABD3-7B1CBC0A3EA5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6AD52C-75CC-4D72-A14C-9F80F575AAE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7160DE-62AB-4D44-BBAC-217148B55954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6350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демо: F002 → доход → карточка; F004 → уточнение; F006 → остановка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7FCB1F-C889-4200-AE9D-E2C415BD4AC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A5EB6C5-32E5-4FCF-89D4-34A076F6BE5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6350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Вход: учебное событие регистрации + свободный ответ клиента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7A585D-F4B5-4D6A-9431-C425F1F18A2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40A64E1-4116-462E-B8A4-8737CD459B9C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6350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Выход: карточка с evidence и next_action, черновик сообщения наставнику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B9654F-734E-4C36-A088-5CEBAEDBBE39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27AD62-ACA3-4FDF-822C-B57D9D17CFEF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6350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Статус: прототип в разработке; демонстрация — на сдаваемой версии в Docker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281FF8D-EF85-4711-86E3-FCE486F23FE2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План воспроизведения: docker compose up --build + сценарий README; скриншот и видео добавим после сборки.</a:t>
            </a:r>
          </a:p>
        </p:txBody>
      </p:sp>
      <p:pic>
        <p:nvPicPr>
          <p:cNvPr id="24" name="Picture 23" descr="use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465" y="1828800"/>
            <a:ext cx="3366935" cy="250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15465" y="4388800"/>
            <a:ext cx="3366935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UC1–UC3: варианты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8366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D7BC41-8165-4C64-9376-5DF84BFD79C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979586-0666-4FFA-9F77-64B1D30D70C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Метрика: пройдено проверок tests.json (12), точность сегментации (10 примеров)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9C3B07-5C4A-4B15-B837-886EFC397777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FA6E90-2567-4D42-937E-EEA5D461194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Базовый способ: ручной разбор переписки — контекст теряется, карточки дублируются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6CF598F-97B8-45B8-BA73-117A1E428F15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40E7AA-576B-4003-A0F5-869023334030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Наш прототип: план — pytest + автопрогон tests.json в Docker, таблица результатов (в разработке)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15090C-0C55-41D1-8BED-66939D2CA403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A8D848-C69B-4842-A510-3CA86684D1A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Ошибки: две цели без приоритета → unknown + уточняющий вопрос; вопрос вне базы → наставнику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98B1674-AE63-4E45-B0B2-57BF36B2BA5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Результат измерения и ожидаемый эффект разделены: прогон будет приложен к репозиторию.</a:t>
            </a:r>
          </a:p>
        </p:txBody>
      </p:sp>
    </p:spTree>
    <p:extLst>
      <p:ext uri="{BB962C8B-B14F-4D97-AF65-F5344CB8AC3E}">
        <p14:creationId xmlns:p14="http://schemas.microsoft.com/office/powerpoint/2010/main" val="187394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72D6680-BA8E-46CC-9282-6833430D56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Эффект для бизнеса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5522D7-32B0-404B-9AF7-948864D91D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A262F3-3E0C-4C70-9343-B30C558CE9F1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5717A0-196A-40BD-BC2D-56CB062CD939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8E847A-E7CB-4F2A-88F6-ADA61977E99A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E1675-3BBF-445F-BC21-284EFEAEBA6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4DD044-53A0-4CB9-820E-6293B91B4DF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Изменение: наставник получает готовую карточку вместо чтения переписки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F0D491-B0B4-440B-B721-00194183B340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E21C3C-2952-423D-8255-DCF6B07AA63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Расчёт (гипотеза): ~300 контактов/мес → высвобождение до ~70% времени первичного опроса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96A4BF-4982-475C-B2E2-BD58BADC73D4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DFDCD8-C0F1-43A7-87D0-E2A9ED5A65AF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Затраты: разработка 6 мес (~5,0 млн ₽ с НДС), оборудование и VPS 234 тыс. ₽, LLM — free/Ollama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A1BA6B-FF9A-464B-91EA-022FCCEB729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409F71-5C7D-4139-BE27-E7534631F44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Статус: оценка по учебным данным; замеры у держателя процесса не проводились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C0997-0EC9-41FB-9D36-C0E35AA12BA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Экономия времени пересчитывается в деньги только при возможности использовать высвобождённое время.</a:t>
            </a:r>
          </a:p>
        </p:txBody>
      </p:sp>
    </p:spTree>
    <p:extLst>
      <p:ext uri="{BB962C8B-B14F-4D97-AF65-F5344CB8AC3E}">
        <p14:creationId xmlns:p14="http://schemas.microsoft.com/office/powerpoint/2010/main" val="22999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07995D8-6458-459D-AD1F-A61CB40C4B2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 и материалы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D8A099-1293-4BAF-B6D9-527FA719303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B9A644-BBF8-4C4F-964E-77DCFE21594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48C3C2-FB22-4D64-BDF0-A1C7A0764C28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98EF44-9DFE-48A2-8FC7-9A8739897DBD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D031292-020E-4803-BAD1-DE5753D030B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FF7875-8182-47F5-87A9-880F73F28413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Роли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Карасев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Д. К. — SA/PO;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Долгова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К. О. — ML;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Веденеев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В. С. —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Fullstack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;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Отпущен</a:t>
            </a:r>
            <a:r>
              <a:rPr lang="ru-RU" sz="2250">
                <a:solidFill>
                  <a:srgbClr val="052849"/>
                </a:solidFill>
                <a:latin typeface="Arial"/>
                <a:ea typeface="Arial"/>
                <a:cs typeface="Arial"/>
              </a:rPr>
              <a:t>н</a:t>
            </a: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иков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А. С. — DevOps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5921A-1831-46BB-ACBD-98281BCBC9F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11E88C-BDD7-4583-84AE-60933DBC1EA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GitVerse: репозиторий finik/faberlic-ai-assistant публикуем до сдачи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70F542-6C02-4376-9F3B-BB300636F19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6FA34A-37E1-4F27-905B-2E17FA190851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Запуск: README → «Установка и запуск»; docker compose up --build; учебные данные в data/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B6F9F9C-CB4C-454F-8B2A-9D3A5F996FFE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B24CBB-2F3A-42A7-9D77-C215263B1848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Проверка: pytest + tests.json; документация: requirements, C4, roadmap, definitions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16FA87D-0660-4D1C-9AEA-4F75B4614ACE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Доступ к репозиторию предоставляем заранее; команда готова продолжать внедрение.</a:t>
            </a:r>
          </a:p>
        </p:txBody>
      </p:sp>
    </p:spTree>
    <p:extLst>
      <p:ext uri="{BB962C8B-B14F-4D97-AF65-F5344CB8AC3E}">
        <p14:creationId xmlns:p14="http://schemas.microsoft.com/office/powerpoint/2010/main" val="42686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Предложение по пилоту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D01D5-FC46-4CAE-83B0-1BD9BC11DC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8B8BC-8640-4DFE-811E-BD57BB0F14CB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шаг: пилот на группе наставников и учебных событиях F001–F010 (2 недели)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0BD7E1-0A3F-4DB8-B29E-DA3AF33993D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E34EA-7270-4ADD-A41B-EAB62178C983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Владелец: ИП Самойленко А. С. — приёмка карточек и черновиков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60ED4-3717-40A6-9D43-22DDD79C932D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C5A53D-B5F4-436A-863E-1372C8BBF8FD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 ≥90% карточек приняты без доопроса; 0 обещаний дохода и выдуманных акций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C41163-9FB4-4D63-892B-8A6D595ADED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F94E88-281D-4C78-BCA1-040D63FFCD6A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Решение: при успехе — MAX и интеграция с сайтом регистрации; иначе — доработка извлечения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F495F6-675F-4C5E-BD93-6FEA1BF5E67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Пилот запускается по отдельному решению владельца кейса; ресурсы и условия остановки зафиксированы.</a:t>
            </a:r>
          </a:p>
        </p:txBody>
      </p:sp>
    </p:spTree>
    <p:extLst>
      <p:ext uri="{BB962C8B-B14F-4D97-AF65-F5344CB8AC3E}">
        <p14:creationId xmlns:p14="http://schemas.microsoft.com/office/powerpoint/2010/main" val="1937686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DocSecurity>0</DocSecurity>
  <PresentationFormat>Широкоэкранный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kar</cp:lastModifiedBy>
  <cp:revision>1</cp:revision>
  <dcterms:created xsi:type="dcterms:W3CDTF">2026-09-06T13:48:20Z</dcterms:created>
  <dcterms:modified xsi:type="dcterms:W3CDTF">2026-09-24T13:31:13Z</dcterms:modified>
</cp:coreProperties>
</file>